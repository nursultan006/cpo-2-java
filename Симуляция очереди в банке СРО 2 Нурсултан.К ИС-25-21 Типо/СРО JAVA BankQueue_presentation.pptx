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9" r:id="rId2"/>
    <p:sldId id="256" r:id="rId3"/>
    <p:sldId id="257" r:id="rId4"/>
    <p:sldId id="258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242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sources. Content based only on the user-provided Java code snippet.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sources. Content based only on the user-provided Java code snippet.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No external sources. Content based only on the user-provided Java code snippet.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K_MASTER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03A5D"/>
          </a:solidFill>
          <a:ln w="12700">
            <a:solidFill>
              <a:srgbClr val="103A5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355080"/>
            <a:ext cx="11292840" cy="0"/>
          </a:xfrm>
          <a:prstGeom prst="line">
            <a:avLst/>
          </a:prstGeom>
          <a:noFill/>
          <a:ln w="12700">
            <a:solidFill>
              <a:srgbClr val="D9E4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BankQueue | Java Queue Demo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Авторизация - Система прокторинга OES">
            <a:extLst>
              <a:ext uri="{FF2B5EF4-FFF2-40B4-BE49-F238E27FC236}">
                <a16:creationId xmlns:a16="http://schemas.microsoft.com/office/drawing/2014/main" id="{4B65E142-2F6A-A6D4-0576-36739F85EA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02516"/>
            <a:ext cx="12192000" cy="1920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424EC6-2557-E036-015B-BB17EA6548F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42365" y="3429000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 sz="2800" dirty="0"/>
              <a:t>Дисциплина</a:t>
            </a:r>
            <a:r>
              <a:rPr lang="en-US" sz="2800" dirty="0"/>
              <a:t> : </a:t>
            </a:r>
            <a:r>
              <a:rPr lang="kk-KZ" sz="2800" dirty="0"/>
              <a:t>Я</a:t>
            </a:r>
            <a:r>
              <a:rPr lang="kk-KZ" sz="2800"/>
              <a:t>зык </a:t>
            </a:r>
            <a:r>
              <a:rPr lang="kk-KZ" sz="2800" dirty="0"/>
              <a:t>программирование </a:t>
            </a:r>
            <a:r>
              <a:rPr lang="en-US" sz="2800" dirty="0"/>
              <a:t>Java</a:t>
            </a:r>
            <a:br>
              <a:rPr lang="ru-RU" sz="2800" dirty="0"/>
            </a:br>
            <a:r>
              <a:rPr lang="ru-RU" sz="2800" dirty="0"/>
              <a:t>Студент </a:t>
            </a:r>
            <a:r>
              <a:rPr lang="en-US" sz="2800" dirty="0"/>
              <a:t>: </a:t>
            </a:r>
            <a:r>
              <a:rPr lang="ru-RU" sz="2800" dirty="0"/>
              <a:t>Калабин Нурсултан</a:t>
            </a:r>
            <a:br>
              <a:rPr lang="ru-RU" sz="2800" dirty="0"/>
            </a:br>
            <a:r>
              <a:rPr lang="ru-RU" sz="2800" dirty="0"/>
              <a:t>Группа </a:t>
            </a:r>
            <a:r>
              <a:rPr lang="en-US" sz="2800" dirty="0"/>
              <a:t>:</a:t>
            </a:r>
            <a:r>
              <a:rPr lang="kk-KZ" sz="2800" dirty="0"/>
              <a:t> ИС-25-21 Типо</a:t>
            </a:r>
            <a:endParaRPr lang="ru-KZ" sz="2800" dirty="0"/>
          </a:p>
        </p:txBody>
      </p:sp>
    </p:spTree>
    <p:extLst>
      <p:ext uri="{BB962C8B-B14F-4D97-AF65-F5344CB8AC3E}">
        <p14:creationId xmlns:p14="http://schemas.microsoft.com/office/powerpoint/2010/main" val="278698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Основные команды программы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делает каждая команда в меню и какие методы используются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4846320" cy="4389120"/>
          </a:xfrm>
          <a:prstGeom prst="roundRect">
            <a:avLst>
              <a:gd name="adj" fmla="val 166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647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7E3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Главные фрагменты кода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39112"/>
            <a:ext cx="438912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queue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LinkedList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&lt;&gt;();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добавить клиента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обслужить первого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nextLine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считать имя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client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queue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60000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60000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15000" y="1554480"/>
            <a:ext cx="58064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4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7739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Команды меню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89320" y="2148840"/>
            <a:ext cx="5166360" cy="336232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Добавить клиента — ввод имени и добавление в очередь через queue.add(name).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Обслужить клиента — удаление первого клиента через queue.poll().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Показать очередь — вывод всех клиентов по порядку.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Узнать своё место — поиск имени и показ номера в очереди.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Выход — остановка timer.cancel() и закрытие scanner.close().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Дополнительно: Scanner читает ввод, Timer автоматически обслуживает одного клиента каждые 60 секунд.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89320" y="5596128"/>
            <a:ext cx="3977640" cy="310896"/>
          </a:xfrm>
          <a:prstGeom prst="roundRect">
            <a:avLst>
              <a:gd name="adj" fmla="val 17647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4768" y="5678424"/>
            <a:ext cx="3639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FIFO: первый пришёл — первый обслужен.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Зачем нужен этот код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моделирования очереди клиентов в банке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807208" y="2386584"/>
            <a:ext cx="438912" cy="438912"/>
          </a:xfrm>
          <a:prstGeom prst="chevron">
            <a:avLst/>
          </a:prstGeom>
          <a:solidFill>
            <a:srgbClr val="A8BDD4"/>
          </a:solidFill>
          <a:ln w="12700">
            <a:solidFill>
              <a:srgbClr val="A8BD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96128" y="2386584"/>
            <a:ext cx="438912" cy="438912"/>
          </a:xfrm>
          <a:prstGeom prst="chevron">
            <a:avLst/>
          </a:prstGeom>
          <a:solidFill>
            <a:srgbClr val="A8BDD4"/>
          </a:solidFill>
          <a:ln w="12700">
            <a:solidFill>
              <a:srgbClr val="A8B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85048" y="2386584"/>
            <a:ext cx="438912" cy="438912"/>
          </a:xfrm>
          <a:prstGeom prst="chevron">
            <a:avLst/>
          </a:prstGeom>
          <a:solidFill>
            <a:srgbClr val="A8BDD4"/>
          </a:solidFill>
          <a:ln w="12700">
            <a:solidFill>
              <a:srgbClr val="A8B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488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DCEBFA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267712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Клиент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приходит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EAF4E2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2267712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Имя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добавляется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очередь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3D9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2267712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Оператор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обслуживает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первого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006840" y="214884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BE3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25712" y="2267712"/>
            <a:ext cx="181965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Следующий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клиент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становится первым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40480" y="374904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103A5D"/>
          </a:solidFill>
          <a:ln w="12700">
            <a:solidFill>
              <a:srgbClr val="103A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41648" y="39959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Таймер: каждые 60 секунд программа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автоматически обслуживает одного клиента.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4892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чего полезен: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230368"/>
            <a:ext cx="1051560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показывает работу структуры Queue в Java;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учит принципу FIFO на понятном примере банка;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тренирует Scanner, Timer и работу с циклом меню.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3A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Плюсы и минусы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12648" y="10972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Сильные стороны программы и что можно улучшить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1F8EB"/>
          </a:solidFill>
          <a:ln w="12700">
            <a:solidFill>
              <a:srgbClr val="B8D5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36208" y="164592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FF1F1"/>
          </a:solidFill>
          <a:ln w="12700">
            <a:solidFill>
              <a:srgbClr val="E2B9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74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6B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Плюсы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10528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130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Минусы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331720"/>
            <a:ext cx="4526280" cy="307022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Простой и понятный код для начинающих.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Используется стандартная очередь Queue / LinkedList.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Есть ручное и автоматическое обслуживание клиентов.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Удобное меню для проверки логики программы.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3952" y="2331720"/>
            <a:ext cx="4526280" cy="307022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выхода все данные из очереди теряются.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проверки на пустой ввод, дубликаты имён и ошибки пользователя.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Timer может печатать сообщения одновременно с меню, из-за чего вывод бывает неаккуратным.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 приоритетной очереди, нескольких операторов и графического интерфейса.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325880" y="6327648"/>
            <a:ext cx="9555480" cy="237744"/>
          </a:xfrm>
          <a:prstGeom prst="roundRect">
            <a:avLst>
              <a:gd name="adj" fmla="val 23077"/>
            </a:avLst>
          </a:prstGeom>
          <a:solidFill>
            <a:srgbClr val="E8F1FA"/>
          </a:solidFill>
          <a:ln w="12700">
            <a:solidFill>
              <a:srgbClr val="E8F1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6382512"/>
            <a:ext cx="90982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3A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Идеи для улучшения: ArrayDeque, сохранение очереди в файл/БД, GUI, приоритет клиентов.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336792"/>
            <a:ext cx="3200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B7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27E5360-2213-3B3E-5E7A-9D2AD856985D}"/>
              </a:ext>
            </a:extLst>
          </p:cNvPr>
          <p:cNvSpPr txBox="1"/>
          <p:nvPr/>
        </p:nvSpPr>
        <p:spPr>
          <a:xfrm>
            <a:off x="190500" y="525813"/>
            <a:ext cx="610048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KZ" b="1" dirty="0"/>
              <a:t> 1. </a:t>
            </a:r>
            <a:r>
              <a:rPr lang="ru-RU" b="1" dirty="0"/>
              <a:t>Подключение библиотек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java.util.LinkedList</a:t>
            </a:r>
            <a:r>
              <a:rPr lang="en-US" dirty="0">
                <a:latin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java.util.Queue</a:t>
            </a:r>
            <a:r>
              <a:rPr lang="en-US" dirty="0">
                <a:latin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java.util.Scanner</a:t>
            </a:r>
            <a:r>
              <a:rPr lang="en-US" dirty="0">
                <a:latin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java.util.Timer</a:t>
            </a:r>
            <a:r>
              <a:rPr lang="en-US" dirty="0">
                <a:latin typeface="Courier New" panose="02070309020205020404" pitchFamily="49" charset="0"/>
              </a:rPr>
              <a:t>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import </a:t>
            </a:r>
            <a:r>
              <a:rPr lang="en-US" dirty="0" err="1">
                <a:latin typeface="Courier New" panose="02070309020205020404" pitchFamily="49" charset="0"/>
              </a:rPr>
              <a:t>java.util.TimerTask</a:t>
            </a:r>
            <a:r>
              <a:rPr lang="en-US" dirty="0">
                <a:latin typeface="Courier New" panose="020703090202050204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E8D35E-8790-C50A-EB77-C098AFEE5CCD}"/>
              </a:ext>
            </a:extLst>
          </p:cNvPr>
          <p:cNvSpPr txBox="1"/>
          <p:nvPr/>
        </p:nvSpPr>
        <p:spPr>
          <a:xfrm>
            <a:off x="190500" y="2546537"/>
            <a:ext cx="421117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dirty="0"/>
              <a:t>Это как взять инструменты: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latin typeface="Courier New" panose="02070309020205020404" pitchFamily="49" charset="0"/>
              </a:rPr>
              <a:t>Queue</a:t>
            </a:r>
            <a:r>
              <a:rPr lang="ru-RU" dirty="0"/>
              <a:t> → очередь (люди в линию)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latin typeface="Courier New" panose="02070309020205020404" pitchFamily="49" charset="0"/>
              </a:rPr>
              <a:t>LinkedList</a:t>
            </a:r>
            <a:r>
              <a:rPr lang="ru-RU" dirty="0"/>
              <a:t> → реализация очереди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latin typeface="Courier New" panose="02070309020205020404" pitchFamily="49" charset="0"/>
              </a:rPr>
              <a:t>Scanner</a:t>
            </a:r>
            <a:r>
              <a:rPr lang="ru-RU" dirty="0"/>
              <a:t> → чтобы читать ввод с клавиатуры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latin typeface="Courier New" panose="02070309020205020404" pitchFamily="49" charset="0"/>
              </a:rPr>
              <a:t>Timer</a:t>
            </a:r>
            <a:r>
              <a:rPr lang="ru-RU" dirty="0"/>
              <a:t> → часы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>
                <a:latin typeface="Courier New" panose="02070309020205020404" pitchFamily="49" charset="0"/>
              </a:rPr>
              <a:t>TimerTask</a:t>
            </a:r>
            <a:r>
              <a:rPr lang="ru-RU" dirty="0"/>
              <a:t> → действие, которое выполняется по времени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6DB272-5703-88B8-0C10-AA089D38AA91}"/>
              </a:ext>
            </a:extLst>
          </p:cNvPr>
          <p:cNvSpPr txBox="1"/>
          <p:nvPr/>
        </p:nvSpPr>
        <p:spPr>
          <a:xfrm>
            <a:off x="4287371" y="580162"/>
            <a:ext cx="48655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2. Точка старта программы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public class </a:t>
            </a:r>
            <a:r>
              <a:rPr lang="en-US" dirty="0" err="1">
                <a:latin typeface="Courier New" panose="02070309020205020404" pitchFamily="49" charset="0"/>
              </a:rPr>
              <a:t>BankQueue</a:t>
            </a:r>
            <a:r>
              <a:rPr lang="en-US" dirty="0">
                <a:latin typeface="Courier New" panose="02070309020205020404" pitchFamily="49" charset="0"/>
              </a:rPr>
              <a:t> {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    public static void main(String[] </a:t>
            </a:r>
            <a:r>
              <a:rPr lang="en-US" dirty="0" err="1">
                <a:latin typeface="Courier New" panose="02070309020205020404" pitchFamily="49" charset="0"/>
              </a:rPr>
              <a:t>args</a:t>
            </a:r>
            <a:r>
              <a:rPr lang="en-US" dirty="0">
                <a:latin typeface="Courier New" panose="02070309020205020404" pitchFamily="49" charset="0"/>
              </a:rPr>
              <a:t>) {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</a:rPr>
              <a:t>main</a:t>
            </a:r>
            <a:r>
              <a:rPr lang="en-US" dirty="0"/>
              <a:t> — </a:t>
            </a:r>
            <a:r>
              <a:rPr lang="ru-RU" dirty="0"/>
              <a:t>это место, откуда всё начинается</a:t>
            </a:r>
            <a:br>
              <a:rPr lang="ru-RU" dirty="0"/>
            </a:br>
            <a:r>
              <a:rPr lang="ru-RU" dirty="0"/>
              <a:t>Программа стартует именно отсюда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10452D-255C-D948-8FE3-207425692717}"/>
              </a:ext>
            </a:extLst>
          </p:cNvPr>
          <p:cNvSpPr txBox="1"/>
          <p:nvPr/>
        </p:nvSpPr>
        <p:spPr>
          <a:xfrm>
            <a:off x="4224617" y="2388837"/>
            <a:ext cx="610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3. Создание очереди и </a:t>
            </a:r>
            <a:r>
              <a:rPr lang="ru-RU" dirty="0" err="1"/>
              <a:t>Scanner</a:t>
            </a:r>
            <a:endParaRPr lang="ru-KZ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DB3984-C5AE-3E29-AF4B-03566EC21060}"/>
              </a:ext>
            </a:extLst>
          </p:cNvPr>
          <p:cNvSpPr txBox="1"/>
          <p:nvPr/>
        </p:nvSpPr>
        <p:spPr>
          <a:xfrm>
            <a:off x="4150659" y="2828836"/>
            <a:ext cx="34872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Queue&lt;String&gt; queue = new LinkedList&lt;&gt;();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</a:rPr>
              <a:t>Scanner </a:t>
            </a:r>
            <a:r>
              <a:rPr lang="en-US" dirty="0" err="1">
                <a:latin typeface="Courier New" panose="02070309020205020404" pitchFamily="49" charset="0"/>
              </a:rPr>
              <a:t>scanner</a:t>
            </a:r>
            <a:r>
              <a:rPr lang="en-US" dirty="0">
                <a:latin typeface="Courier New" panose="02070309020205020404" pitchFamily="49" charset="0"/>
              </a:rPr>
              <a:t> = new Scanner(System.in);</a:t>
            </a:r>
          </a:p>
          <a:p>
            <a:r>
              <a:rPr lang="en-US" dirty="0">
                <a:latin typeface="Courier New" panose="02070309020205020404" pitchFamily="49" charset="0"/>
              </a:rPr>
              <a:t>queue</a:t>
            </a:r>
            <a:r>
              <a:rPr lang="en-US" dirty="0"/>
              <a:t> → </a:t>
            </a:r>
            <a:r>
              <a:rPr lang="ru-RU" dirty="0"/>
              <a:t>здесь хранятся имена клиентов </a:t>
            </a:r>
          </a:p>
          <a:p>
            <a:r>
              <a:rPr lang="en-US" dirty="0">
                <a:latin typeface="Courier New" panose="02070309020205020404" pitchFamily="49" charset="0"/>
              </a:rPr>
              <a:t>scanner</a:t>
            </a:r>
            <a:r>
              <a:rPr lang="en-US" dirty="0"/>
              <a:t> → </a:t>
            </a:r>
            <a:r>
              <a:rPr lang="ru-RU" dirty="0"/>
              <a:t>читает то, что ты вводишь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395E3B-B2E6-E6AC-7B47-141D61D39D4D}"/>
              </a:ext>
            </a:extLst>
          </p:cNvPr>
          <p:cNvSpPr txBox="1"/>
          <p:nvPr/>
        </p:nvSpPr>
        <p:spPr>
          <a:xfrm>
            <a:off x="8706971" y="607634"/>
            <a:ext cx="363742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4. Создание таймера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Timer </a:t>
            </a:r>
            <a:r>
              <a:rPr lang="en-US" dirty="0" err="1">
                <a:latin typeface="Courier New" panose="02070309020205020404" pitchFamily="49" charset="0"/>
              </a:rPr>
              <a:t>timer</a:t>
            </a:r>
            <a:r>
              <a:rPr lang="en-US" dirty="0">
                <a:latin typeface="Courier New" panose="02070309020205020404" pitchFamily="49" charset="0"/>
              </a:rPr>
              <a:t> = new Timer();</a:t>
            </a:r>
          </a:p>
          <a:p>
            <a:pPr>
              <a:buNone/>
            </a:pPr>
            <a:r>
              <a:rPr lang="ru-KZ" dirty="0"/>
              <a:t> </a:t>
            </a:r>
            <a:r>
              <a:rPr lang="ru-RU" dirty="0"/>
              <a:t>создаётся таймер (как часы)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C519B6-A106-7782-EB1E-09BBFB29FFC5}"/>
              </a:ext>
            </a:extLst>
          </p:cNvPr>
          <p:cNvSpPr txBox="1"/>
          <p:nvPr/>
        </p:nvSpPr>
        <p:spPr>
          <a:xfrm>
            <a:off x="8783170" y="1875502"/>
            <a:ext cx="2619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/>
              <a:t>5. Настройка таймера</a:t>
            </a:r>
            <a:endParaRPr lang="ru-KZ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C109B9-A503-FAF1-9E90-A74B89E8BA8B}"/>
              </a:ext>
            </a:extLst>
          </p:cNvPr>
          <p:cNvSpPr txBox="1"/>
          <p:nvPr/>
        </p:nvSpPr>
        <p:spPr>
          <a:xfrm>
            <a:off x="8733864" y="2207685"/>
            <a:ext cx="286422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dirty="0" err="1"/>
              <a:t>timer.schedule</a:t>
            </a:r>
            <a:r>
              <a:rPr lang="en-US" dirty="0"/>
              <a:t>(new </a:t>
            </a:r>
            <a:r>
              <a:rPr lang="en-US" dirty="0" err="1"/>
              <a:t>TimerTask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@Override</a:t>
            </a:r>
            <a:br>
              <a:rPr lang="en-US" dirty="0"/>
            </a:br>
            <a:r>
              <a:rPr lang="en-US" dirty="0"/>
              <a:t>public void run() {</a:t>
            </a:r>
            <a:br>
              <a:rPr lang="en-US" dirty="0"/>
            </a:br>
            <a:r>
              <a:rPr lang="en-US" dirty="0"/>
              <a:t>if (!</a:t>
            </a:r>
            <a:r>
              <a:rPr lang="en-US" dirty="0" err="1"/>
              <a:t>queue.isEmpty</a:t>
            </a:r>
            <a:r>
              <a:rPr lang="en-US" dirty="0"/>
              <a:t>()) {</a:t>
            </a:r>
            <a:br>
              <a:rPr lang="en-US" dirty="0"/>
            </a:br>
            <a:r>
              <a:rPr lang="en-US" dirty="0"/>
              <a:t>String served = </a:t>
            </a:r>
            <a:r>
              <a:rPr lang="en-US" dirty="0" err="1"/>
              <a:t>queue.poll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 err="1"/>
              <a:t>System.out.println</a:t>
            </a:r>
            <a:r>
              <a:rPr lang="en-US" dirty="0"/>
              <a:t>("\n[</a:t>
            </a:r>
            <a:r>
              <a:rPr lang="ru-RU" dirty="0"/>
              <a:t>ТАЙМЕР] Обслужен клиент: " + </a:t>
            </a:r>
            <a:r>
              <a:rPr lang="en-US" dirty="0"/>
              <a:t>served);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}, 60000, 60000);</a:t>
            </a:r>
          </a:p>
        </p:txBody>
      </p:sp>
    </p:spTree>
    <p:extLst>
      <p:ext uri="{BB962C8B-B14F-4D97-AF65-F5344CB8AC3E}">
        <p14:creationId xmlns:p14="http://schemas.microsoft.com/office/powerpoint/2010/main" val="31092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539576-A59B-E126-7835-F0A0BC2A4596}"/>
              </a:ext>
            </a:extLst>
          </p:cNvPr>
          <p:cNvSpPr txBox="1"/>
          <p:nvPr/>
        </p:nvSpPr>
        <p:spPr>
          <a:xfrm>
            <a:off x="181535" y="532964"/>
            <a:ext cx="61004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/>
              <a:t>6. Бесконечный цикл</a:t>
            </a:r>
          </a:p>
          <a:p>
            <a:pPr rtl="0">
              <a:buNone/>
            </a:pPr>
            <a:r>
              <a:rPr lang="ru-RU">
                <a:latin typeface="Courier New" panose="02070309020205020404" pitchFamily="49" charset="0"/>
              </a:rPr>
              <a:t>while (true) {</a:t>
            </a:r>
            <a:endParaRPr lang="ru-RU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EF37D-4D2D-F951-6CFA-06EC81E062AC}"/>
              </a:ext>
            </a:extLst>
          </p:cNvPr>
          <p:cNvSpPr txBox="1"/>
          <p:nvPr/>
        </p:nvSpPr>
        <p:spPr>
          <a:xfrm>
            <a:off x="0" y="1335759"/>
            <a:ext cx="61004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7. Вывод меню</a:t>
            </a:r>
          </a:p>
          <a:p>
            <a:pPr rtl="0">
              <a:buNone/>
            </a:pPr>
            <a:r>
              <a:rPr lang="ru-RU" dirty="0" err="1">
                <a:latin typeface="Courier New" panose="02070309020205020404" pitchFamily="49" charset="0"/>
              </a:rPr>
              <a:t>System.out.println</a:t>
            </a:r>
            <a:r>
              <a:rPr lang="ru-RU" dirty="0">
                <a:latin typeface="Courier New" panose="02070309020205020404" pitchFamily="49" charset="0"/>
              </a:rPr>
              <a:t>("1. Добавить клиента");</a:t>
            </a:r>
            <a:br>
              <a:rPr lang="ru-RU" dirty="0">
                <a:latin typeface="Courier New" panose="02070309020205020404" pitchFamily="49" charset="0"/>
              </a:rPr>
            </a:br>
            <a:r>
              <a:rPr lang="ru-RU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AACF6F-1D4E-FACB-1584-DD97988937BD}"/>
              </a:ext>
            </a:extLst>
          </p:cNvPr>
          <p:cNvSpPr txBox="1"/>
          <p:nvPr/>
        </p:nvSpPr>
        <p:spPr>
          <a:xfrm>
            <a:off x="0" y="2260013"/>
            <a:ext cx="61273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8. Ввод выбора</a:t>
            </a:r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int choice = </a:t>
            </a:r>
            <a:r>
              <a:rPr lang="en-US" dirty="0" err="1">
                <a:latin typeface="Courier New" panose="02070309020205020404" pitchFamily="49" charset="0"/>
              </a:rPr>
              <a:t>scanner.nextInt</a:t>
            </a:r>
            <a:r>
              <a:rPr lang="en-US" dirty="0">
                <a:latin typeface="Courier New" panose="02070309020205020404" pitchFamily="49" charset="0"/>
              </a:rPr>
              <a:t>();</a:t>
            </a:r>
            <a:br>
              <a:rPr lang="en-US" dirty="0">
                <a:latin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</a:rPr>
              <a:t>scanner.nextLine</a:t>
            </a:r>
            <a:r>
              <a:rPr lang="en-US" dirty="0">
                <a:latin typeface="Courier New" panose="02070309020205020404" pitchFamily="49" charset="0"/>
              </a:rPr>
              <a:t>();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nextInt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→ </a:t>
            </a:r>
            <a:r>
              <a:rPr lang="ru-RU" dirty="0"/>
              <a:t>читаем число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</a:rPr>
              <a:t>nextLine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 → </a:t>
            </a:r>
            <a:r>
              <a:rPr lang="ru-RU" dirty="0"/>
              <a:t>очищаем </a:t>
            </a:r>
            <a:r>
              <a:rPr lang="en-US" dirty="0"/>
              <a:t>Enter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1ED767-D63F-E15D-D904-CCCE0CC47E5C}"/>
              </a:ext>
            </a:extLst>
          </p:cNvPr>
          <p:cNvSpPr txBox="1"/>
          <p:nvPr/>
        </p:nvSpPr>
        <p:spPr>
          <a:xfrm>
            <a:off x="0" y="3792072"/>
            <a:ext cx="6127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9. switch —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en-US" b="1" dirty="0" err="1"/>
              <a:t>действия</a:t>
            </a:r>
            <a:endParaRPr lang="en-US" b="1" dirty="0"/>
          </a:p>
          <a:p>
            <a:pPr rtl="0">
              <a:buNone/>
            </a:pPr>
            <a:r>
              <a:rPr lang="en-US" dirty="0">
                <a:latin typeface="Courier New" panose="02070309020205020404" pitchFamily="49" charset="0"/>
              </a:rPr>
              <a:t>switch (choice)</a:t>
            </a:r>
          </a:p>
        </p:txBody>
      </p:sp>
    </p:spTree>
    <p:extLst>
      <p:ext uri="{BB962C8B-B14F-4D97-AF65-F5344CB8AC3E}">
        <p14:creationId xmlns:p14="http://schemas.microsoft.com/office/powerpoint/2010/main" val="4173308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751</Words>
  <Application>Microsoft Office PowerPoint</Application>
  <PresentationFormat>Широкоэкранный</PresentationFormat>
  <Paragraphs>84</Paragraphs>
  <Slides>6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Courier New</vt:lpstr>
      <vt:lpstr>Office Theme</vt:lpstr>
      <vt:lpstr>Дисциплина : Язык программирование Java Студент : Калабин Нурсултан Группа : ИС-25-21 Типо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BankQueue — основные команды, назначение, плюсы и минусы</dc:title>
  <dc:subject>Презентация по коду BankQueue</dc:subject>
  <dc:creator>OpenAI</dc:creator>
  <cp:lastModifiedBy>Нурсултан Калабин</cp:lastModifiedBy>
  <cp:revision>3</cp:revision>
  <dcterms:created xsi:type="dcterms:W3CDTF">2026-04-16T10:17:45Z</dcterms:created>
  <dcterms:modified xsi:type="dcterms:W3CDTF">2026-04-21T08:28:53Z</dcterms:modified>
</cp:coreProperties>
</file>