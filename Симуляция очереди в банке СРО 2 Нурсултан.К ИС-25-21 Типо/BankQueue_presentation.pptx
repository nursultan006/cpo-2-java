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56" r:id="rId3"/>
    <p:sldId id="257" r:id="rId4"/>
    <p:sldId id="258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242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sources. Content based only on the user-provided Java code snippet.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sources. Content based only on the user-provided Java code snippet.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sources. Content based only on the user-provided Java code snippet.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K_MASTER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3A5D"/>
          </a:solidFill>
          <a:ln w="12700">
            <a:solidFill>
              <a:srgbClr val="103A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BankQueue | Java Queue Demo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B7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B7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Авторизация - Система прокторинга OES">
            <a:extLst>
              <a:ext uri="{FF2B5EF4-FFF2-40B4-BE49-F238E27FC236}">
                <a16:creationId xmlns:a16="http://schemas.microsoft.com/office/drawing/2014/main" id="{4B65E142-2F6A-A6D4-0576-36739F85E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02516"/>
            <a:ext cx="12192000" cy="19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424EC6-2557-E036-015B-BB17EA6548F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2365" y="3429000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 sz="2800" dirty="0"/>
              <a:t>Дисциплина</a:t>
            </a:r>
            <a:r>
              <a:rPr lang="en-US" sz="2800" dirty="0"/>
              <a:t> : </a:t>
            </a:r>
            <a:r>
              <a:rPr lang="kk-KZ" sz="2800" dirty="0"/>
              <a:t>Я</a:t>
            </a:r>
            <a:r>
              <a:rPr lang="kk-KZ" sz="2800"/>
              <a:t>зык </a:t>
            </a:r>
            <a:r>
              <a:rPr lang="kk-KZ" sz="2800" dirty="0"/>
              <a:t>программирование </a:t>
            </a:r>
            <a:r>
              <a:rPr lang="en-US" sz="2800" dirty="0"/>
              <a:t>Java</a:t>
            </a:r>
            <a:br>
              <a:rPr lang="ru-RU" sz="2800" dirty="0"/>
            </a:br>
            <a:r>
              <a:rPr lang="ru-RU" sz="2800" dirty="0"/>
              <a:t>Студент </a:t>
            </a:r>
            <a:r>
              <a:rPr lang="en-US" sz="2800" dirty="0"/>
              <a:t>: </a:t>
            </a:r>
            <a:r>
              <a:rPr lang="ru-RU" sz="2800" dirty="0"/>
              <a:t>Калабин Нурсултан</a:t>
            </a:r>
            <a:br>
              <a:rPr lang="ru-RU" sz="2800" dirty="0"/>
            </a:br>
            <a:r>
              <a:rPr lang="ru-RU" sz="2800" dirty="0"/>
              <a:t>Группа </a:t>
            </a:r>
            <a:r>
              <a:rPr lang="en-US" sz="2800" dirty="0"/>
              <a:t>:</a:t>
            </a:r>
            <a:r>
              <a:rPr lang="kk-KZ" sz="2800" dirty="0"/>
              <a:t> ИС-25-21 Типо</a:t>
            </a:r>
            <a:endParaRPr lang="ru-KZ" sz="2800" dirty="0"/>
          </a:p>
        </p:txBody>
      </p:sp>
    </p:spTree>
    <p:extLst>
      <p:ext uri="{BB962C8B-B14F-4D97-AF65-F5344CB8AC3E}">
        <p14:creationId xmlns:p14="http://schemas.microsoft.com/office/powerpoint/2010/main" val="2786981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Основные команды программы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109728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делает каждая команда в меню и какие методы используются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4846320" cy="4389120"/>
          </a:xfrm>
          <a:prstGeom prst="roundRect">
            <a:avLst>
              <a:gd name="adj" fmla="val 1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647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Главные фрагменты кода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438912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queue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LinkedList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добавить клиента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обслужить первого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считать имя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client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queue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60000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60000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15000" y="1554480"/>
            <a:ext cx="58064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0" y="1773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A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Команды меню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89320" y="2148840"/>
            <a:ext cx="5166360" cy="336232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Добавить клиента — ввод имени и добавление в очередь через queue.add(name).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Обслужить клиента — удаление первого клиента через queue.poll().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Показать очередь — вывод всех клиентов по порядку.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Узнать своё место — поиск имени и показ номера в очереди.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Выход — остановка timer.cancel() и закрытие scanner.close().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Дополнительно: Scanner читает ввод, Timer автоматически обслуживает одного клиента каждые 60 секунд.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89320" y="5596128"/>
            <a:ext cx="3977640" cy="310896"/>
          </a:xfrm>
          <a:prstGeom prst="roundRect">
            <a:avLst>
              <a:gd name="adj" fmla="val 17647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5678424"/>
            <a:ext cx="3639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3A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FIFO: первый пришёл — первый обслужен.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B7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Зачем нужен этот код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109728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Пример моделирования очереди клиентов в банке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807208" y="2386584"/>
            <a:ext cx="438912" cy="438912"/>
          </a:xfrm>
          <a:prstGeom prst="chevron">
            <a:avLst/>
          </a:prstGeom>
          <a:solidFill>
            <a:srgbClr val="A8BDD4"/>
          </a:solidFill>
          <a:ln w="12700">
            <a:solidFill>
              <a:srgbClr val="A8BD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96128" y="2386584"/>
            <a:ext cx="438912" cy="438912"/>
          </a:xfrm>
          <a:prstGeom prst="chevron">
            <a:avLst/>
          </a:prstGeom>
          <a:solidFill>
            <a:srgbClr val="A8BDD4"/>
          </a:solidFill>
          <a:ln w="12700">
            <a:solidFill>
              <a:srgbClr val="A8BD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85048" y="2386584"/>
            <a:ext cx="438912" cy="438912"/>
          </a:xfrm>
          <a:prstGeom prst="chevron">
            <a:avLst/>
          </a:prstGeom>
          <a:solidFill>
            <a:srgbClr val="A8BDD4"/>
          </a:solidFill>
          <a:ln w="12700">
            <a:solidFill>
              <a:srgbClr val="A8B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488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DCEBFA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267712"/>
            <a:ext cx="181965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Клиент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приходит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29000" y="21488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EAF4E2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2267712"/>
            <a:ext cx="181965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Имя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добавляется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очередь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21488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3D9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792" y="2267712"/>
            <a:ext cx="181965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Оператор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обслуживает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первого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006840" y="21488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BE3E3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25712" y="2267712"/>
            <a:ext cx="181965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Следующий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клиент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становится первым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0480" y="3749040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103A5D"/>
          </a:solidFill>
          <a:ln w="12700">
            <a:solidFill>
              <a:srgbClr val="103A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41648" y="39959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Таймер: каждые 60 секунд программа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автоматически обслуживает одного клиента.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4892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A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чего полезен: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5230368"/>
            <a:ext cx="1051560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показывает работу структуры Queue в Java;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учит принципу FIFO на понятном примере банка;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тренирует Scanner, Timer и работу с циклом меню.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B7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Плюсы и минусы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109728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Сильные стороны программы и что можно улучшить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5166360" cy="4480560"/>
          </a:xfrm>
          <a:prstGeom prst="roundRect">
            <a:avLst>
              <a:gd name="adj" fmla="val 1633"/>
            </a:avLst>
          </a:prstGeom>
          <a:solidFill>
            <a:srgbClr val="F1F8EB"/>
          </a:solidFill>
          <a:ln w="12700">
            <a:solidFill>
              <a:srgbClr val="B8D5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36208" y="1645920"/>
            <a:ext cx="5166360" cy="4480560"/>
          </a:xfrm>
          <a:prstGeom prst="roundRect">
            <a:avLst>
              <a:gd name="adj" fmla="val 1633"/>
            </a:avLst>
          </a:prstGeom>
          <a:solidFill>
            <a:srgbClr val="FFF1F1"/>
          </a:solidFill>
          <a:ln w="12700">
            <a:solidFill>
              <a:srgbClr val="E2B9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74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6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Плюсы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10528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13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Минусы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4526280" cy="307022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Простой и понятный код для начинающих.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Используется стандартная очередь Queue / LinkedList.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Есть ручное и автоматическое обслуживание клиентов.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Удобное меню для проверки логики программы.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73952" y="2331720"/>
            <a:ext cx="4526280" cy="307022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 выхода все данные из очереди теряются.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 проверки на пустой ввод, дубликаты имён и ошибки пользователя.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Timer может печатать сообщения одновременно с меню, из-за чего вывод бывает неаккуратным.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 приоритетной очереди, нескольких операторов и графического интерфейса.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25880" y="6327648"/>
            <a:ext cx="9555480" cy="237744"/>
          </a:xfrm>
          <a:prstGeom prst="roundRect">
            <a:avLst>
              <a:gd name="adj" fmla="val 23077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6382512"/>
            <a:ext cx="9098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3A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Идеи для улучшения: ArrayDeque, сохранение очереди в файл/БД, GUI, приоритет клиентов.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B7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454</Words>
  <Application>Microsoft Office PowerPoint</Application>
  <PresentationFormat>Широкоэкранный</PresentationFormat>
  <Paragraphs>54</Paragraphs>
  <Slides>4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Consolas</vt:lpstr>
      <vt:lpstr>Office Theme</vt:lpstr>
      <vt:lpstr>Дисциплина : Язык программирование Java Студент : Калабин Нурсултан Группа : ИС-25-21 Типо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BankQueue — основные команды, назначение, плюсы и минусы</dc:title>
  <dc:subject>Презентация по коду BankQueue</dc:subject>
  <dc:creator>OpenAI</dc:creator>
  <cp:lastModifiedBy>Нурсултан Калабин</cp:lastModifiedBy>
  <cp:revision>2</cp:revision>
  <dcterms:created xsi:type="dcterms:W3CDTF">2026-04-16T10:17:45Z</dcterms:created>
  <dcterms:modified xsi:type="dcterms:W3CDTF">2026-04-16T10:24:32Z</dcterms:modified>
</cp:coreProperties>
</file>